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54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92040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" y="4892040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" y="4892040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202936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5202936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5202936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513832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5513832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5513832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횡스크롤 RPG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ko-KR" altLang="en-US" sz="2400">
                <a:solidFill>
                  <a:schemeClr val="bg1"/>
                </a:solidFill>
              </a:rPr>
              <a:t>예비단원 김민찬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0292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라이브러리(지형 · 로딩)  &amp;  entity 라이브러리(캐릭터 · 전투)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</a:t>
            </a:r>
            <a:r>
              <a:rPr 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개의 </a:t>
            </a:r>
            <a:r>
              <a:rPr lang="ko-KR" alt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</a:t>
            </a:r>
            <a:r>
              <a:rPr 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라이브러리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게임의 “세계(지형)” 와 “행위자(캐릭터)” 를 서로 다른 책임으로 분리하여, 각 라이브러리가 독립적으로 개발 · 교체 · 테스트될 수 있도록 설계했다.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6608" y="22860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6648" y="2606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664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98168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라이브러리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66648" y="324612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연결 리스트로 지형(장애물 · 아이템)을 저장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밖 지형은 파일 스택에 보관 후 필요 시 로드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시 노드 재생성 없이 경계 연결만 이동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70168" y="22860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  <a:effectLst>
            <a:outerShdw blurRad="762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0208" y="260604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0208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21728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라이브러리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90208" y="324612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좌표(entity) · 전투 스탯(isLife) 역할을 클래스로 분리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상속으로 player / enemy가 두 역할을 조합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attack()을 순수가상함수로 두고 직업 · 몬스터별 재정의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DATA STRUCTURE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지형은 이중 연결 리스트(Node)로 표현한다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12468" y="16916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12468" y="1801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12468" y="2103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29788" y="2144268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29788" y="2290572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3649828" y="16916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9828" y="1801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49828" y="2103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67148" y="2144268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7148" y="2290572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5387188" y="16916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87188" y="1801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87188" y="2103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4508" y="2144268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04508" y="2290572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7124548" y="16916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24548" y="1801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24548" y="2103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41868" y="2144268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41868" y="2290572"/>
            <a:ext cx="320040" cy="0"/>
          </a:xfrm>
          <a:prstGeom prst="line">
            <a:avLst/>
          </a:prstGeom>
          <a:noFill/>
          <a:ln w="19050">
            <a:solidFill>
              <a:srgbClr val="5B5F73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8861908" y="16916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1908" y="1801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61908" y="2103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729588" y="1307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bndL (data.bndL)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79028" y="1307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bndR (data.bndR)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308" y="16916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308" y="1801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230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≡ ≡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12268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out_of_mapL.txt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99268" y="1691640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99268" y="1801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9268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≡ ≡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279228" y="2816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out_of_mapR.txt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1605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구조체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 : 해당 지점 장애물 높이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: 아이템 존재 여부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/ right : 이웃 노드 포인터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78728" y="416052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53048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밖 지형은 파일로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553048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field_size 만큼의 전체 맵 중, 로드된 구간(data.size)의 바깥쪽은 노드 대신 파일 스택(out_of_mapL/R.txt)에 obstacle · item만 저장해 메모리를 절약한다.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CORE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이동 시 노드를 삭제-생성하지 않고, 경계 연결만 옮긴다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6608" y="169164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6648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일반적인 방식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44288" y="18928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442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66648" y="246888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밖으로 나간 노드 delete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보일 지형 노드 new 로 생성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앞뒤 노드와 left/right 재연결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칸 수만큼 반복 → 매 프레임 힙 할당/해제 비용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70168" y="169164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6510">
            <a:solidFill>
              <a:srgbClr val="1E8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0208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라이브러리의 방식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7848" y="1892808"/>
            <a:ext cx="457200" cy="4572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6784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90208" y="246888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반대편 끝 데이터를 파일 스택에 SAVE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방향 파일 스택에서 값을 POP해 기존 노드에 덮어씀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bndL / bndR 포인터만 load_unit칸 이동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개수(data.size) 고정 → 할당 없이 값과 경계만 갱신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API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라이브러리 </a:t>
            </a: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인터페이스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4572001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메서드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map(width, height, field_size, frequency)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필드 크기 · load_unit(=frequency)을 계산하고 reset() 호출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reset()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노드 생성 및 초기 지형/아이템 난수 배치, 좌우 파일 스택 초기화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load(direction)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0(왼쪽)/1(오른쪽) 방향으로 SAVE·POP 후 bndL/bndR 재설정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isEnd(x)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방향의 파일 스택이 비었는지(맵 끝인지) 판정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getItem(x) / isWall(x)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상대 좌표 x에서 아이템 유무 / 장애물 높이 조회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getSize() / getFieldSize() / getMaxHeight()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로드된 구간 크기 / 전체 필드 크기 / 최대 지형 높이 조회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·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원칙에 따라 역할을 나누고, 상속으로 조합한다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클래스가 하나의 선언(책임)만 갖도록 entity(좌표)와 isLife(전투 스탯 · 행동)를 분리했다. player/enemy는 두 클래스를 다중 상속받아 “좌표를 가진 생명체”를 표현하고, 구체 클래스는 이를 상속해 재사용한다.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331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2404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715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{ x, y }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getDistance()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071055" y="2331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778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8215" y="2404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isLife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208215" y="2715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· defense · power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attack() = 0 (순수가상)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49928" y="352044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78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7088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/ enemy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87088" y="3904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다중 상속: entity + isLife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3108960"/>
            <a:ext cx="2346808" cy="411480"/>
          </a:xfrm>
          <a:prstGeom prst="line">
            <a:avLst/>
          </a:prstGeom>
          <a:noFill/>
          <a:ln w="19050">
            <a:solidFill>
              <a:srgbClr val="D7DCE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095848" y="3108960"/>
            <a:ext cx="2346808" cy="411480"/>
          </a:xfrm>
          <a:prstGeom prst="line">
            <a:avLst/>
          </a:prstGeom>
          <a:noFill/>
          <a:ln w="19050">
            <a:solidFill>
              <a:srgbClr val="D7DCEA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1464412" y="4617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AF0FF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4412" y="46177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4206240"/>
            <a:ext cx="0" cy="41148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7220" y="4617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AF0FF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57220" y="46177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5848" y="4206240"/>
            <a:ext cx="0" cy="41148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0028" y="4617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AF0FF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0028" y="46177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95848" y="4206240"/>
            <a:ext cx="0" cy="41148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42836" y="4617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4F8F4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42836" y="46177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5848" y="4206240"/>
            <a:ext cx="1892808" cy="41148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5644" y="4617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4F8F4"/>
          </a:solidFill>
          <a:ln w="12700">
            <a:solidFill>
              <a:srgbClr val="D7DC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35644" y="46177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boomber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95848" y="4206240"/>
            <a:ext cx="3785616" cy="411480"/>
          </a:xfrm>
          <a:prstGeom prst="line">
            <a:avLst/>
          </a:prstGeom>
          <a:noFill/>
          <a:ln w="15875">
            <a:solidFill>
              <a:srgbClr val="D7DC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64412" y="5449824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계열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42836" y="5449824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계열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· BALANCE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직업 · 몬스터별 스탯 한눈에 보기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0762488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체력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방어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공격력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이동속도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공격속도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사거리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archer (원거리)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warrior (근접)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tanker (방어)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 (적)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boomber (적)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1663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실제 데미지는 hurted() 내부에서 방어력에 따라 추가로 감쇠된다 (원본 × 100 / (100 + 방어력))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502920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48111" y="502920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59007" y="502920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37215" y="813816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48111" y="813816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59007" y="813816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37215" y="1124712"/>
            <a:ext cx="256032" cy="256032"/>
          </a:xfrm>
          <a:prstGeom prst="rect">
            <a:avLst/>
          </a:prstGeom>
          <a:solidFill>
            <a:srgbClr val="00C2A8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48111" y="1124712"/>
            <a:ext cx="256032" cy="256032"/>
          </a:xfrm>
          <a:prstGeom prst="rect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59007" y="1124712"/>
            <a:ext cx="256032" cy="256032"/>
          </a:xfrm>
          <a:prstGeom prst="rect">
            <a:avLst/>
          </a:prstGeom>
          <a:solidFill>
            <a:srgbClr val="1E2761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84048"/>
            <a:ext cx="128016" cy="12801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및 확장 계획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1463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map은 자료구조 · 파일 스택을 통한 로딩 단순화로, entity는 SOLID 기반 상속 구조와 다형성으로 각각의 문제를 해결했다. 앞으로는 두 라이브러리를 아래와 같이 확장할 계획이다.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7357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· 엔티티 결합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035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entity의 x좌표와 map::isWall(x)/getItem(x)을 연결해 충돌 · 아이템 획득 처리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2468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73570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69748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몬스터 </a:t>
            </a:r>
            <a:r>
              <a:rPr lang="ko-KR" alt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035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zombie/boomber에 추적 · 순찰 등 행동 패턴 추가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7357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아이템 · 성장 시스템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7731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healed() 확장, 장비/레벨업으로 스탯 변화 반영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4206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73570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애니메이션 · 사운드 연동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7731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canMove/canAttack 쿨다운 이벤트에 맞춰 연출 트리거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770</Words>
  <Application>Microsoft Office PowerPoint</Application>
  <PresentationFormat>와이드스크린</PresentationFormat>
  <Paragraphs>170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 민찬</cp:lastModifiedBy>
  <cp:revision>6</cp:revision>
  <dcterms:created xsi:type="dcterms:W3CDTF">2026-09-14T09:47:09Z</dcterms:created>
  <dcterms:modified xsi:type="dcterms:W3CDTF">2026-09-14T10:42:19Z</dcterms:modified>
</cp:coreProperties>
</file>